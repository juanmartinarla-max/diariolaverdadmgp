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10692000" cx="1512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7542000" y="0"/>
            <a:ext cx="36000" cy="10692000"/>
          </a:xfrm>
          <a:prstGeom prst="rect">
            <a:avLst/>
          </a:prstGeom>
          <a:noFill/>
          <a:ln cap="flat" cmpd="sng" w="9525">
            <a:solidFill>
              <a:srgbClr val="A0A0A0"/>
            </a:solidFill>
            <a:prstDash val="dash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108000" y="180000"/>
            <a:ext cx="7020000" cy="324000"/>
          </a:xfrm>
          <a:prstGeom prst="rect">
            <a:avLst/>
          </a:prstGeom>
          <a:solidFill>
            <a:srgbClr val="E8F0FA"/>
          </a:solidFill>
          <a:ln cap="flat" cmpd="sng" w="12700">
            <a:solidFill>
              <a:srgbClr val="1E4E8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DIARIO “LA VERDAD” DE GRAL. PUEYRREDON  ›  [FECHA]  ›  PÁGINA 4</a:t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216000" y="612000"/>
            <a:ext cx="6804000" cy="1260000"/>
          </a:xfrm>
          <a:prstGeom prst="rect">
            <a:avLst/>
          </a:prstGeom>
          <a:solidFill>
            <a:srgbClr val="E8F0FA"/>
          </a:solidFill>
          <a:ln cap="flat" cmpd="sng" w="12700">
            <a:solidFill>
              <a:srgbClr val="1E4E8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EDICTOS DEL DÍA</a:t>
            </a:r>
            <a:br>
              <a:rPr b="1" i="0" lang="en-US" sz="12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2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[PEGAR / ESCRIBIR AQUÍ LOS EDICTOS ACTIVOS]</a:t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216000" y="1980000"/>
            <a:ext cx="6804000" cy="3960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E4E8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ESPACIO PRINCIPAL PARA EDICTOS</a:t>
            </a:r>
            <a:br>
              <a:rPr b="0" i="0" lang="en-US" sz="9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9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9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[Edicto 1]</a:t>
            </a:r>
            <a:br>
              <a:rPr b="0" i="0" lang="en-US" sz="9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9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[Edicto 2]</a:t>
            </a:r>
            <a:br>
              <a:rPr b="0" i="0" lang="en-US" sz="9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9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[Edicto 3]</a:t>
            </a:r>
            <a:br>
              <a:rPr b="0" i="0" lang="en-US" sz="9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9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...</a:t>
            </a:r>
            <a:br>
              <a:rPr b="0" i="0" lang="en-US" sz="9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9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9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Los edictos que figuren aquí son los que correspondan publicar ese día.</a:t>
            </a:r>
            <a:endParaRPr/>
          </a:p>
        </p:txBody>
      </p:sp>
      <p:sp>
        <p:nvSpPr>
          <p:cNvPr id="88" name="Google Shape;88;p13"/>
          <p:cNvSpPr/>
          <p:nvPr/>
        </p:nvSpPr>
        <p:spPr>
          <a:xfrm>
            <a:off x="216000" y="6084000"/>
            <a:ext cx="3330000" cy="1053600"/>
          </a:xfrm>
          <a:prstGeom prst="rect">
            <a:avLst/>
          </a:prstGeom>
          <a:solidFill>
            <a:srgbClr val="EEEEEE"/>
          </a:solidFill>
          <a:ln cap="flat" cmpd="sng" w="12700">
            <a:solidFill>
              <a:srgbClr val="1E4E8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PUBLICIDAD</a:t>
            </a:r>
            <a:br>
              <a:rPr b="0" i="0" lang="en-US" sz="8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[EDITAR / PEGAR IMAGEN]</a:t>
            </a:r>
            <a:endParaRPr/>
          </a:p>
        </p:txBody>
      </p:sp>
      <p:sp>
        <p:nvSpPr>
          <p:cNvPr id="89" name="Google Shape;89;p13"/>
          <p:cNvSpPr/>
          <p:nvPr/>
        </p:nvSpPr>
        <p:spPr>
          <a:xfrm>
            <a:off x="3690000" y="6084000"/>
            <a:ext cx="3330000" cy="1053600"/>
          </a:xfrm>
          <a:prstGeom prst="rect">
            <a:avLst/>
          </a:prstGeom>
          <a:solidFill>
            <a:srgbClr val="EEEEEE"/>
          </a:solidFill>
          <a:ln cap="flat" cmpd="sng" w="12700">
            <a:solidFill>
              <a:srgbClr val="1E4E8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PUBLICIDAD</a:t>
            </a:r>
            <a:br>
              <a:rPr b="0" i="0" lang="en-US" sz="8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[EDITAR / PEGAR IMAGEN]</a:t>
            </a:r>
            <a:endParaRPr/>
          </a:p>
        </p:txBody>
      </p:sp>
      <p:sp>
        <p:nvSpPr>
          <p:cNvPr id="90" name="Google Shape;90;p13"/>
          <p:cNvSpPr/>
          <p:nvPr/>
        </p:nvSpPr>
        <p:spPr>
          <a:xfrm>
            <a:off x="216000" y="7281600"/>
            <a:ext cx="6912000" cy="3086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E4E8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0" u="sng">
                <a:solidFill>
                  <a:srgbClr val="232323"/>
                </a:solidFill>
              </a:rPr>
              <a:t>“</a:t>
            </a:r>
            <a:r>
              <a:rPr b="1" lang="en-US" sz="1420" u="sng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La Verdad</a:t>
            </a:r>
            <a:r>
              <a:rPr b="1" lang="en-US" sz="1420" u="sng">
                <a:solidFill>
                  <a:srgbClr val="232323"/>
                </a:solidFill>
              </a:rPr>
              <a:t>” de General Pueyrredón</a:t>
            </a:r>
            <a:endParaRPr b="1" sz="520" u="sng">
              <a:solidFill>
                <a:srgbClr val="232323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20" u="sng">
              <a:solidFill>
                <a:srgbClr val="232323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20" u="sng">
              <a:solidFill>
                <a:srgbClr val="232323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20">
                <a:solidFill>
                  <a:srgbClr val="232323"/>
                </a:solidFill>
              </a:rPr>
              <a:t>Director propietarios y editor responsable: Carlos Luis Fontanini - Reg. Prop. Intel. RL 2025-10306876- APN.DNDA</a:t>
            </a:r>
            <a:endParaRPr sz="920">
              <a:solidFill>
                <a:srgbClr val="232323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20">
                <a:solidFill>
                  <a:srgbClr val="232323"/>
                </a:solidFill>
              </a:rPr>
              <a:t>Redacción: Calle Rivadavia 2333, 3er. piso, oficina 351, Mar del Plata - Pcia.Bs.As.</a:t>
            </a:r>
            <a:endParaRPr b="1" sz="1020">
              <a:solidFill>
                <a:srgbClr val="232323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20">
                <a:solidFill>
                  <a:srgbClr val="232323"/>
                </a:solidFill>
              </a:rPr>
              <a:t>Tel: +5492235896020 - </a:t>
            </a:r>
            <a:r>
              <a:rPr lang="en-US" sz="1020">
                <a:solidFill>
                  <a:srgbClr val="232323"/>
                </a:solidFill>
              </a:rPr>
              <a:t>E-Mail: diariolaverdad@live.com</a:t>
            </a:r>
            <a:endParaRPr sz="1020">
              <a:solidFill>
                <a:srgbClr val="232323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20">
                <a:solidFill>
                  <a:srgbClr val="232323"/>
                </a:solidFill>
              </a:rPr>
              <a:t>Atención al público de 9:30 a 18:00 hs.</a:t>
            </a:r>
            <a:endParaRPr sz="1020">
              <a:solidFill>
                <a:srgbClr val="232323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20">
                <a:solidFill>
                  <a:srgbClr val="232323"/>
                </a:solidFill>
              </a:rPr>
              <a:t>Impreso en taller propio. Integrante y miembro directivo de la Asociación de Editores Periodísticos de Buenos Aires</a:t>
            </a:r>
            <a:endParaRPr sz="1020">
              <a:solidFill>
                <a:srgbClr val="232323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20">
                <a:solidFill>
                  <a:srgbClr val="232323"/>
                </a:solidFill>
              </a:rPr>
              <a:t>y La Pampa (APEBAL). Este diario no tiene personal en relación de dependencia. Colaboraciones “Ad-Honorem”.</a:t>
            </a:r>
            <a:endParaRPr sz="1020">
              <a:solidFill>
                <a:srgbClr val="232323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20">
                <a:solidFill>
                  <a:srgbClr val="232323"/>
                </a:solidFill>
              </a:rPr>
              <a:t>Aclaramos que no se someten las notas a exámen, revisión o censura previa de ninguna naturaleza y que el tenor</a:t>
            </a:r>
            <a:endParaRPr sz="1020">
              <a:solidFill>
                <a:srgbClr val="232323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20">
                <a:solidFill>
                  <a:srgbClr val="232323"/>
                </a:solidFill>
              </a:rPr>
              <a:t>de las mismas puede no coincidir con la opinión de la Dirección, siendo entonces responsabilidad de sus autores.</a:t>
            </a:r>
            <a:endParaRPr sz="1020">
              <a:solidFill>
                <a:srgbClr val="232323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20">
                <a:solidFill>
                  <a:srgbClr val="232323"/>
                </a:solidFill>
              </a:rPr>
              <a:t>Los originales entregados no se devuelven.</a:t>
            </a:r>
            <a:endParaRPr sz="520">
              <a:solidFill>
                <a:srgbClr val="232323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20">
              <a:solidFill>
                <a:srgbClr val="232323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20" u="sng">
                <a:solidFill>
                  <a:srgbClr val="232323"/>
                </a:solidFill>
              </a:rPr>
              <a:t>PUBLICACIÓN DE EDICTOS JUDICIALES</a:t>
            </a:r>
            <a:endParaRPr b="1" sz="1020" u="sng">
              <a:solidFill>
                <a:srgbClr val="232323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20" u="sng">
              <a:solidFill>
                <a:srgbClr val="232323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20">
                <a:solidFill>
                  <a:srgbClr val="232323"/>
                </a:solidFill>
              </a:rPr>
              <a:t>Ofrecemos a los señores letrados la posibilidad de enviar sus Oficios vía mail, cuando retiran los ejemplares, abonan</a:t>
            </a:r>
            <a:endParaRPr sz="1020">
              <a:solidFill>
                <a:srgbClr val="232323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20">
                <a:solidFill>
                  <a:srgbClr val="232323"/>
                </a:solidFill>
              </a:rPr>
              <a:t>O por interdepósito bancario. Profesionales del interior, a través de interdepósito bancario. La tarifa fijada por la</a:t>
            </a:r>
            <a:endParaRPr sz="1020">
              <a:solidFill>
                <a:srgbClr val="232323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20">
                <a:solidFill>
                  <a:srgbClr val="232323"/>
                </a:solidFill>
              </a:rPr>
              <a:t>Suprema</a:t>
            </a:r>
            <a:r>
              <a:rPr lang="en-US" sz="1020">
                <a:solidFill>
                  <a:srgbClr val="232323"/>
                </a:solidFill>
              </a:rPr>
              <a:t> Corte de Justicia Pcia. Bs. As. es del 40% más de que rige en el Boletín Oficial. (Acordado en 1942)</a:t>
            </a:r>
            <a:endParaRPr sz="1020">
              <a:solidFill>
                <a:srgbClr val="232323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0">
              <a:solidFill>
                <a:srgbClr val="232323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>
              <a:solidFill>
                <a:srgbClr val="232323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20">
              <a:solidFill>
                <a:srgbClr val="232323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20">
              <a:solidFill>
                <a:srgbClr val="232323"/>
              </a:solidFill>
            </a:endParaRPr>
          </a:p>
        </p:txBody>
      </p:sp>
      <p:sp>
        <p:nvSpPr>
          <p:cNvPr id="91" name="Google Shape;91;p13"/>
          <p:cNvSpPr/>
          <p:nvPr/>
        </p:nvSpPr>
        <p:spPr>
          <a:xfrm>
            <a:off x="11358200" y="252000"/>
            <a:ext cx="3226500" cy="1518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E4E8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32323"/>
                </a:solidFill>
              </a:rPr>
              <a:t>Redacción: Calle Rivadavia 2333, 3° piso, Of. 351</a:t>
            </a:r>
            <a:br>
              <a:rPr b="1" i="0" lang="en-US" sz="1000" u="none" cap="none" strike="noStrike">
                <a:solidFill>
                  <a:srgbClr val="232323"/>
                </a:solidFill>
              </a:rPr>
            </a:br>
            <a:r>
              <a:rPr b="1" i="0" lang="en-US" sz="1000" u="none" cap="none" strike="noStrike">
                <a:solidFill>
                  <a:srgbClr val="232323"/>
                </a:solidFill>
              </a:rPr>
              <a:t>Mar del Plata, Provincia de Buenos Aires - C.P.7600</a:t>
            </a:r>
            <a:br>
              <a:rPr b="1" i="0" lang="en-US" sz="1000" u="none" cap="none" strike="noStrike">
                <a:solidFill>
                  <a:srgbClr val="232323"/>
                </a:solidFill>
              </a:rPr>
            </a:br>
            <a:r>
              <a:rPr b="1" i="0" lang="en-US" sz="1000" u="none" cap="none" strike="noStrike">
                <a:solidFill>
                  <a:srgbClr val="232323"/>
                </a:solidFill>
              </a:rPr>
              <a:t>Tel: 2235896020</a:t>
            </a:r>
            <a:br>
              <a:rPr b="1" i="0" lang="en-US" sz="1000" u="none" cap="none" strike="noStrike">
                <a:solidFill>
                  <a:srgbClr val="232323"/>
                </a:solidFill>
              </a:rPr>
            </a:br>
            <a:r>
              <a:rPr b="1" i="0" lang="en-US" sz="1000" u="none" cap="none" strike="noStrike">
                <a:solidFill>
                  <a:srgbClr val="232323"/>
                </a:solidFill>
              </a:rPr>
              <a:t>E-mail: diariolaverdad@live.com</a:t>
            </a:r>
            <a:br>
              <a:rPr b="1" i="0" lang="en-US" sz="1000" u="none" cap="none" strike="noStrike">
                <a:solidFill>
                  <a:srgbClr val="232323"/>
                </a:solidFill>
              </a:rPr>
            </a:br>
            <a:r>
              <a:rPr b="1" i="0" lang="en-US" sz="1000" u="none" cap="none" strike="noStrike">
                <a:solidFill>
                  <a:srgbClr val="232323"/>
                </a:solidFill>
              </a:rPr>
              <a:t>Director Propietario: Carlos Luis Fontanini</a:t>
            </a:r>
            <a:br>
              <a:rPr b="1" i="0" lang="en-US" sz="1000" u="none" cap="none" strike="noStrike">
                <a:solidFill>
                  <a:srgbClr val="232323"/>
                </a:solidFill>
              </a:rPr>
            </a:br>
            <a:r>
              <a:rPr b="1" i="0" lang="en-US" sz="1000" u="none" cap="none" strike="noStrike">
                <a:solidFill>
                  <a:srgbClr val="232323"/>
                </a:solidFill>
              </a:rPr>
              <a:t>Horario: 9:30 a 18:00 hs.</a:t>
            </a:r>
            <a:br>
              <a:rPr b="1" i="0" lang="en-US" sz="1000" u="none" cap="none" strike="noStrike">
                <a:solidFill>
                  <a:srgbClr val="232323"/>
                </a:solidFill>
              </a:rPr>
            </a:br>
            <a:r>
              <a:rPr b="1" i="0" lang="en-US" sz="1000" u="none" cap="none" strike="noStrike">
                <a:solidFill>
                  <a:srgbClr val="232323"/>
                </a:solidFill>
              </a:rPr>
              <a:t>Distribución Gratuita</a:t>
            </a:r>
            <a:endParaRPr b="1" sz="1000"/>
          </a:p>
        </p:txBody>
      </p:sp>
      <p:sp>
        <p:nvSpPr>
          <p:cNvPr id="92" name="Google Shape;92;p13"/>
          <p:cNvSpPr/>
          <p:nvPr/>
        </p:nvSpPr>
        <p:spPr>
          <a:xfrm>
            <a:off x="11358200" y="1872000"/>
            <a:ext cx="3226500" cy="324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E4E8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[FECHA]  </a:t>
            </a:r>
            <a:endParaRPr/>
          </a:p>
        </p:txBody>
      </p:sp>
      <p:sp>
        <p:nvSpPr>
          <p:cNvPr id="93" name="Google Shape;93;p13"/>
          <p:cNvSpPr/>
          <p:nvPr/>
        </p:nvSpPr>
        <p:spPr>
          <a:xfrm>
            <a:off x="7884000" y="2298000"/>
            <a:ext cx="6700500" cy="210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E4E8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Mar del Plata Centro, Batán, Sierra de los Padres, Laguna de los Padres, Santa Clara del Mar, Chapadmalal</a:t>
            </a:r>
            <a:endParaRPr b="1" sz="1700"/>
          </a:p>
        </p:txBody>
      </p:sp>
      <p:sp>
        <p:nvSpPr>
          <p:cNvPr id="94" name="Google Shape;94;p13"/>
          <p:cNvSpPr/>
          <p:nvPr/>
        </p:nvSpPr>
        <p:spPr>
          <a:xfrm>
            <a:off x="7884000" y="2659150"/>
            <a:ext cx="6804000" cy="468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E4E8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TÍTULO PRINCIPAL DE TAPA</a:t>
            </a:r>
            <a:endParaRPr/>
          </a:p>
        </p:txBody>
      </p:sp>
      <p:sp>
        <p:nvSpPr>
          <p:cNvPr id="95" name="Google Shape;95;p13"/>
          <p:cNvSpPr/>
          <p:nvPr/>
        </p:nvSpPr>
        <p:spPr>
          <a:xfrm>
            <a:off x="7884000" y="3224450"/>
            <a:ext cx="6804000" cy="3240000"/>
          </a:xfrm>
          <a:prstGeom prst="rect">
            <a:avLst/>
          </a:prstGeom>
          <a:solidFill>
            <a:srgbClr val="EEEEEE"/>
          </a:solidFill>
          <a:ln cap="flat" cmpd="sng" w="12700">
            <a:solidFill>
              <a:srgbClr val="1E4E8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FOTO PRINCIPAL DE TAPA</a:t>
            </a:r>
            <a:br>
              <a:rPr b="0" i="0" lang="en-US" sz="12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[INSERTAR IMAGEN AQUÍ]</a:t>
            </a:r>
            <a:endParaRPr/>
          </a:p>
        </p:txBody>
      </p:sp>
      <p:sp>
        <p:nvSpPr>
          <p:cNvPr id="96" name="Google Shape;96;p13"/>
          <p:cNvSpPr/>
          <p:nvPr/>
        </p:nvSpPr>
        <p:spPr>
          <a:xfrm>
            <a:off x="7884000" y="6615250"/>
            <a:ext cx="6804000" cy="2350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E4E8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NOTICIA PRINCIPAL DE TAPA</a:t>
            </a:r>
            <a:br>
              <a:rPr b="0" i="0" lang="en-US" sz="9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9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9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[Escribir aquí el texto de la noticia]</a:t>
            </a:r>
            <a:endParaRPr/>
          </a:p>
        </p:txBody>
      </p:sp>
      <p:sp>
        <p:nvSpPr>
          <p:cNvPr id="97" name="Google Shape;97;p13"/>
          <p:cNvSpPr/>
          <p:nvPr/>
        </p:nvSpPr>
        <p:spPr>
          <a:xfrm>
            <a:off x="7884000" y="9108050"/>
            <a:ext cx="3330000" cy="1260000"/>
          </a:xfrm>
          <a:prstGeom prst="rect">
            <a:avLst/>
          </a:prstGeom>
          <a:solidFill>
            <a:srgbClr val="EEEEEE"/>
          </a:solidFill>
          <a:ln cap="flat" cmpd="sng" w="12700">
            <a:solidFill>
              <a:srgbClr val="1E4E8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PUBLICIDAD</a:t>
            </a:r>
            <a:endParaRPr/>
          </a:p>
        </p:txBody>
      </p:sp>
      <p:sp>
        <p:nvSpPr>
          <p:cNvPr id="98" name="Google Shape;98;p13"/>
          <p:cNvSpPr/>
          <p:nvPr/>
        </p:nvSpPr>
        <p:spPr>
          <a:xfrm>
            <a:off x="11331900" y="9108050"/>
            <a:ext cx="3356100" cy="1260000"/>
          </a:xfrm>
          <a:prstGeom prst="rect">
            <a:avLst/>
          </a:prstGeom>
          <a:solidFill>
            <a:srgbClr val="EEEEEE"/>
          </a:solidFill>
          <a:ln cap="flat" cmpd="sng" w="12700">
            <a:solidFill>
              <a:srgbClr val="1E4E8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PUBLICIDAD</a:t>
            </a:r>
            <a:endParaRPr/>
          </a:p>
        </p:txBody>
      </p:sp>
      <p:pic>
        <p:nvPicPr>
          <p:cNvPr id="99" name="Google Shape;99;p13"/>
          <p:cNvPicPr preferRelativeResize="0"/>
          <p:nvPr/>
        </p:nvPicPr>
        <p:blipFill rotWithShape="1">
          <a:blip r:embed="rId3">
            <a:alphaModFix/>
          </a:blip>
          <a:srcRect b="13637" l="0" r="10354" t="0"/>
          <a:stretch/>
        </p:blipFill>
        <p:spPr>
          <a:xfrm>
            <a:off x="7884000" y="252000"/>
            <a:ext cx="3356100" cy="1944250"/>
          </a:xfrm>
          <a:prstGeom prst="rect">
            <a:avLst/>
          </a:prstGeom>
          <a:solidFill>
            <a:srgbClr val="EEEEEE"/>
          </a:solidFill>
          <a:ln cap="flat" cmpd="sng" w="12700">
            <a:solidFill>
              <a:srgbClr val="1E4E8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4"/>
          <p:cNvSpPr/>
          <p:nvPr/>
        </p:nvSpPr>
        <p:spPr>
          <a:xfrm>
            <a:off x="7542000" y="0"/>
            <a:ext cx="36000" cy="10692000"/>
          </a:xfrm>
          <a:prstGeom prst="rect">
            <a:avLst/>
          </a:prstGeom>
          <a:noFill/>
          <a:ln cap="flat" cmpd="sng" w="9525">
            <a:solidFill>
              <a:srgbClr val="A0A0A0"/>
            </a:solidFill>
            <a:prstDash val="dash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/>
          <p:nvPr/>
        </p:nvSpPr>
        <p:spPr>
          <a:xfrm>
            <a:off x="108000" y="180000"/>
            <a:ext cx="7020000" cy="324000"/>
          </a:xfrm>
          <a:prstGeom prst="rect">
            <a:avLst/>
          </a:prstGeom>
          <a:solidFill>
            <a:srgbClr val="E8F0FA"/>
          </a:solidFill>
          <a:ln cap="flat" cmpd="sng" w="12700">
            <a:solidFill>
              <a:srgbClr val="1E4E8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DIARIO “LA VERDAD” DE GRAL. PUEYRREDON  ›  [FECHA]  ›  PÁGINA 2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216000" y="612000"/>
            <a:ext cx="6804000" cy="504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E4E8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TÍTULO DE LA NOTICIA — PÁGINA 2</a:t>
            </a:r>
            <a:endParaRPr/>
          </a:p>
        </p:txBody>
      </p:sp>
      <p:sp>
        <p:nvSpPr>
          <p:cNvPr id="107" name="Google Shape;107;p14"/>
          <p:cNvSpPr/>
          <p:nvPr/>
        </p:nvSpPr>
        <p:spPr>
          <a:xfrm>
            <a:off x="216000" y="1224000"/>
            <a:ext cx="6804000" cy="4032000"/>
          </a:xfrm>
          <a:prstGeom prst="rect">
            <a:avLst/>
          </a:prstGeom>
          <a:solidFill>
            <a:srgbClr val="EEEEEE"/>
          </a:solidFill>
          <a:ln cap="flat" cmpd="sng" w="12700">
            <a:solidFill>
              <a:srgbClr val="1E4E8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ESPACIO PARA FOTO</a:t>
            </a:r>
            <a:br>
              <a:rPr b="0" i="0" lang="en-US" sz="12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2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[Insertar imagen aquí]</a:t>
            </a:r>
            <a:endParaRPr/>
          </a:p>
        </p:txBody>
      </p:sp>
      <p:sp>
        <p:nvSpPr>
          <p:cNvPr id="108" name="Google Shape;108;p14"/>
          <p:cNvSpPr/>
          <p:nvPr/>
        </p:nvSpPr>
        <p:spPr>
          <a:xfrm>
            <a:off x="216000" y="5364000"/>
            <a:ext cx="6804000" cy="3495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E4E8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ESPACIO PARA NOTICIA</a:t>
            </a:r>
            <a:br>
              <a:rPr b="0" i="0" lang="en-US" sz="95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95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95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Escriba aquí el texto de la noticia. Puede reemplazar este texto, ajustar el tamaño y agregar subtítulos si los necesita.</a:t>
            </a:r>
            <a:endParaRPr/>
          </a:p>
        </p:txBody>
      </p:sp>
      <p:sp>
        <p:nvSpPr>
          <p:cNvPr id="109" name="Google Shape;109;p14"/>
          <p:cNvSpPr/>
          <p:nvPr/>
        </p:nvSpPr>
        <p:spPr>
          <a:xfrm>
            <a:off x="7776000" y="180000"/>
            <a:ext cx="7020000" cy="324000"/>
          </a:xfrm>
          <a:prstGeom prst="rect">
            <a:avLst/>
          </a:prstGeom>
          <a:solidFill>
            <a:srgbClr val="E8F0FA"/>
          </a:solidFill>
          <a:ln cap="flat" cmpd="sng" w="12700">
            <a:solidFill>
              <a:srgbClr val="1E4E8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DIARIO “LA VERDAD” DE GRAL. PUEYRREDON  ›  [FECHA]  ›  PÁGINA 3</a:t>
            </a:r>
            <a:endParaRPr/>
          </a:p>
        </p:txBody>
      </p:sp>
      <p:sp>
        <p:nvSpPr>
          <p:cNvPr id="110" name="Google Shape;110;p14"/>
          <p:cNvSpPr/>
          <p:nvPr/>
        </p:nvSpPr>
        <p:spPr>
          <a:xfrm>
            <a:off x="7884000" y="612000"/>
            <a:ext cx="6804000" cy="504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E4E8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TÍTULO DE LA NOTICIA — PÁGINA 3</a:t>
            </a:r>
            <a:endParaRPr/>
          </a:p>
        </p:txBody>
      </p:sp>
      <p:sp>
        <p:nvSpPr>
          <p:cNvPr id="111" name="Google Shape;111;p14"/>
          <p:cNvSpPr/>
          <p:nvPr/>
        </p:nvSpPr>
        <p:spPr>
          <a:xfrm>
            <a:off x="7884000" y="1224000"/>
            <a:ext cx="6804000" cy="4032000"/>
          </a:xfrm>
          <a:prstGeom prst="rect">
            <a:avLst/>
          </a:prstGeom>
          <a:solidFill>
            <a:srgbClr val="EEEEEE"/>
          </a:solidFill>
          <a:ln cap="flat" cmpd="sng" w="12700">
            <a:solidFill>
              <a:srgbClr val="1E4E8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ESPACIO PARA FOTO</a:t>
            </a:r>
            <a:br>
              <a:rPr b="0" i="0" lang="en-US" sz="12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2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[Insertar imagen aquí]</a:t>
            </a:r>
            <a:endParaRPr/>
          </a:p>
        </p:txBody>
      </p:sp>
      <p:sp>
        <p:nvSpPr>
          <p:cNvPr id="112" name="Google Shape;112;p14"/>
          <p:cNvSpPr/>
          <p:nvPr/>
        </p:nvSpPr>
        <p:spPr>
          <a:xfrm>
            <a:off x="7884000" y="5364000"/>
            <a:ext cx="6804000" cy="3495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E4E8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ESPACIO PARA NOTICIA</a:t>
            </a:r>
            <a:br>
              <a:rPr b="0" i="0" lang="en-US" sz="95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95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95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Escriba aquí el texto de la noticia. Puede reemplazar este texto, ajustar el tamaño y agregar subtítulos si los necesita.</a:t>
            </a:r>
            <a:endParaRPr/>
          </a:p>
        </p:txBody>
      </p:sp>
      <p:sp>
        <p:nvSpPr>
          <p:cNvPr id="113" name="Google Shape;113;p14"/>
          <p:cNvSpPr/>
          <p:nvPr/>
        </p:nvSpPr>
        <p:spPr>
          <a:xfrm>
            <a:off x="3690000" y="8954400"/>
            <a:ext cx="3330000" cy="1053600"/>
          </a:xfrm>
          <a:prstGeom prst="rect">
            <a:avLst/>
          </a:prstGeom>
          <a:solidFill>
            <a:srgbClr val="EEEEEE"/>
          </a:solidFill>
          <a:ln cap="flat" cmpd="sng" w="12700">
            <a:solidFill>
              <a:srgbClr val="1E4E8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PUBLICIDAD</a:t>
            </a:r>
            <a:br>
              <a:rPr b="0" i="0" lang="en-US" sz="8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[EDITAR / PEGAR IMAGEN]</a:t>
            </a:r>
            <a:endParaRPr/>
          </a:p>
        </p:txBody>
      </p:sp>
      <p:sp>
        <p:nvSpPr>
          <p:cNvPr id="114" name="Google Shape;114;p14"/>
          <p:cNvSpPr/>
          <p:nvPr/>
        </p:nvSpPr>
        <p:spPr>
          <a:xfrm>
            <a:off x="216000" y="8954400"/>
            <a:ext cx="3330000" cy="1053600"/>
          </a:xfrm>
          <a:prstGeom prst="rect">
            <a:avLst/>
          </a:prstGeom>
          <a:solidFill>
            <a:srgbClr val="EEEEEE"/>
          </a:solidFill>
          <a:ln cap="flat" cmpd="sng" w="12700">
            <a:solidFill>
              <a:srgbClr val="1E4E8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800">
                <a:solidFill>
                  <a:srgbClr val="232323"/>
                </a:solidFill>
              </a:rPr>
              <a:t>UBLICIDAD</a:t>
            </a:r>
            <a:br>
              <a:rPr lang="en-US" sz="800">
                <a:solidFill>
                  <a:srgbClr val="232323"/>
                </a:solidFill>
              </a:rPr>
            </a:br>
            <a:r>
              <a:rPr b="0" i="0" lang="en-US" sz="8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[EDITAR / PEGAR IMAGEN]</a:t>
            </a:r>
            <a:endParaRPr/>
          </a:p>
        </p:txBody>
      </p:sp>
      <p:sp>
        <p:nvSpPr>
          <p:cNvPr id="115" name="Google Shape;115;p14"/>
          <p:cNvSpPr/>
          <p:nvPr/>
        </p:nvSpPr>
        <p:spPr>
          <a:xfrm>
            <a:off x="7884000" y="8954400"/>
            <a:ext cx="3330000" cy="1053600"/>
          </a:xfrm>
          <a:prstGeom prst="rect">
            <a:avLst/>
          </a:prstGeom>
          <a:solidFill>
            <a:srgbClr val="EEEEEE"/>
          </a:solidFill>
          <a:ln cap="flat" cmpd="sng" w="12700">
            <a:solidFill>
              <a:srgbClr val="1E4E8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PUBLICIDAD</a:t>
            </a:r>
            <a:br>
              <a:rPr b="0" i="0" lang="en-US" sz="8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[EDITAR / PEGAR IMAGEN]</a:t>
            </a:r>
            <a:endParaRPr/>
          </a:p>
        </p:txBody>
      </p:sp>
      <p:sp>
        <p:nvSpPr>
          <p:cNvPr id="116" name="Google Shape;116;p14"/>
          <p:cNvSpPr/>
          <p:nvPr/>
        </p:nvSpPr>
        <p:spPr>
          <a:xfrm>
            <a:off x="11308725" y="8954400"/>
            <a:ext cx="3330000" cy="1053600"/>
          </a:xfrm>
          <a:prstGeom prst="rect">
            <a:avLst/>
          </a:prstGeom>
          <a:solidFill>
            <a:srgbClr val="EEEEEE"/>
          </a:solidFill>
          <a:ln cap="flat" cmpd="sng" w="12700">
            <a:solidFill>
              <a:srgbClr val="1E4E8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PUBLICIDAD</a:t>
            </a:r>
            <a:br>
              <a:rPr b="0" i="0" lang="en-US" sz="8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[EDITAR / PEGAR IMAGEN]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